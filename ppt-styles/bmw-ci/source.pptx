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4"/>
  </p:notesMasterIdLst>
  <p:handoutMasterIdLst>
    <p:handoutMasterId r:id="rId5"/>
  </p:handoutMasterIdLst>
  <p:sldIdLst>
    <p:sldId id="351" r:id="rId2"/>
    <p:sldId id="359" r:id="rId3"/>
  </p:sldIdLst>
  <p:sldSz cx="12192000" cy="6858000"/>
  <p:notesSz cx="6858000" cy="9144000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6056" autoAdjust="0"/>
  </p:normalViewPr>
  <p:slideViewPr>
    <p:cSldViewPr snapToGrid="0">
      <p:cViewPr varScale="1">
        <p:scale>
          <a:sx n="96" d="100"/>
          <a:sy n="96" d="100"/>
        </p:scale>
        <p:origin x="13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01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31.01.2026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31.01.2026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1.emf"/><Relationship Id="rId9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277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/>
          </p:cNvSpPr>
          <p:nvPr>
            <p:ph type="dgm" sz="quarter" idx="23" hasCustomPrompt="1"/>
          </p:nvPr>
        </p:nvSpPr>
        <p:spPr>
          <a:xfrm>
            <a:off x="11047200" y="572400"/>
            <a:ext cx="572400" cy="572400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B3353B-CAE7-4145-BC79-D6E4C83E7765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|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>
            <a:extLst>
              <a:ext uri="{FF2B5EF4-FFF2-40B4-BE49-F238E27FC236}">
                <a16:creationId xmlns:a16="http://schemas.microsoft.com/office/drawing/2014/main" id="{BBDF4C60-5A05-4806-A4DE-2458463FB9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6905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14" name="Objekt 13" hidden="1">
                        <a:extLst>
                          <a:ext uri="{FF2B5EF4-FFF2-40B4-BE49-F238E27FC236}">
                            <a16:creationId xmlns:a16="http://schemas.microsoft.com/office/drawing/2014/main" id="{BBDF4C60-5A05-4806-A4DE-2458463FB9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01627"/>
            <a:ext cx="12192000" cy="1412864"/>
          </a:xfrm>
          <a:solidFill>
            <a:srgbClr val="000000">
              <a:alpha val="50000"/>
            </a:srgbClr>
          </a:solidFill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solidFill>
            <a:srgbClr val="000000">
              <a:alpha val="50000"/>
            </a:srgbClr>
          </a:solidFill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3" name="SmartArt-Platzhalter 6">
            <a:extLst>
              <a:ext uri="{FF2B5EF4-FFF2-40B4-BE49-F238E27FC236}">
                <a16:creationId xmlns:a16="http://schemas.microsoft.com/office/drawing/2014/main" id="{9A73E91D-2689-49C7-A58E-E621D71E8696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242C1189-490C-4AEF-A482-D67AEF665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12" name="SmartArt-Platzhalter 4">
            <a:extLst>
              <a:ext uri="{FF2B5EF4-FFF2-40B4-BE49-F238E27FC236}">
                <a16:creationId xmlns:a16="http://schemas.microsoft.com/office/drawing/2014/main" id="{91F38C08-7DAB-40EA-8FF0-2D106FFB8C38}"/>
              </a:ext>
            </a:extLst>
          </p:cNvPr>
          <p:cNvSpPr>
            <a:spLocks noGrp="1"/>
          </p:cNvSpPr>
          <p:nvPr>
            <p:ph type="dgm" sz="quarter" idx="23" hasCustomPrompt="1"/>
          </p:nvPr>
        </p:nvSpPr>
        <p:spPr>
          <a:xfrm>
            <a:off x="11047200" y="572400"/>
            <a:ext cx="572400" cy="5724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4A7759-6E31-438A-9AD1-3FC2E181C7AD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24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sp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1696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44" imgH="344" progId="TCLayout.ActiveDocument.1">
                  <p:embed/>
                </p:oleObj>
              </mc:Choice>
              <mc:Fallback>
                <p:oleObj name="think-cell Folie" r:id="rId23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‹#›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Department | Date | Author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2E0F18-3BCA-96A4-59B9-55E00518ED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kt 14" hidden="1">
            <a:extLst>
              <a:ext uri="{FF2B5EF4-FFF2-40B4-BE49-F238E27FC236}">
                <a16:creationId xmlns:a16="http://schemas.microsoft.com/office/drawing/2014/main" id="{D6699A35-DB8F-4677-BD7A-4688A9C979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8108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15" name="Objekt 14" hidden="1">
                        <a:extLst>
                          <a:ext uri="{FF2B5EF4-FFF2-40B4-BE49-F238E27FC236}">
                            <a16:creationId xmlns:a16="http://schemas.microsoft.com/office/drawing/2014/main" id="{D6699A35-DB8F-4677-BD7A-4688A9C97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AE8656E7-48F3-4364-805A-86FC62D70F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" name="Titel 32">
            <a:extLst>
              <a:ext uri="{FF2B5EF4-FFF2-40B4-BE49-F238E27FC236}">
                <a16:creationId xmlns:a16="http://schemas.microsoft.com/office/drawing/2014/main" id="{EBE30C26-7314-4F4E-B805-BC8F7FCB4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4" name="Untertitel 33">
            <a:extLst>
              <a:ext uri="{FF2B5EF4-FFF2-40B4-BE49-F238E27FC236}">
                <a16:creationId xmlns:a16="http://schemas.microsoft.com/office/drawing/2014/main" id="{41CF776B-D746-47E7-876D-C7A960943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8" name="SmartArt-Platzhalter 37">
            <a:extLst>
              <a:ext uri="{FF2B5EF4-FFF2-40B4-BE49-F238E27FC236}">
                <a16:creationId xmlns:a16="http://schemas.microsoft.com/office/drawing/2014/main" id="{8872F9DA-F9FB-4997-A518-D80D684545C2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7CF9B88-4611-4860-8DC6-6F4CD5B28C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SmartArt-Platzhalter 36">
            <a:extLst>
              <a:ext uri="{FF2B5EF4-FFF2-40B4-BE49-F238E27FC236}">
                <a16:creationId xmlns:a16="http://schemas.microsoft.com/office/drawing/2014/main" id="{33261A2A-22EF-4B99-ADEC-E31D33204F14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08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373D21-64AD-433A-B634-A595F1CD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781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MWG_BMW.potx" id="{DFD7BAF1-58C9-43D7-8691-01054FA2957F}" vid="{8C7A1A51-6F07-4445-9D09-673FD798DCE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BMWG_BMW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BMW Group Condensed</vt:lpstr>
      <vt:lpstr>BMWGroupTN Condensed</vt:lpstr>
      <vt:lpstr>Wingdings</vt:lpstr>
      <vt:lpstr>BMW Group</vt:lpstr>
      <vt:lpstr>think-cell Folie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Suryawanshi Yogita suresh, DE-841</dc:creator>
  <cp:lastModifiedBy>Suryawanshi Yogita suresh, DE-841</cp:lastModifiedBy>
  <cp:revision>1</cp:revision>
  <dcterms:created xsi:type="dcterms:W3CDTF">2026-01-31T21:36:51Z</dcterms:created>
  <dcterms:modified xsi:type="dcterms:W3CDTF">2026-02-01T13:37:32Z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BMW Group:4</vt:lpwstr>
  </property>
  <property fmtid="{D5CDD505-2E9C-101B-9397-08002B2CF9AE}" pid="3" name="ClassificationContentMarkingFooterText">
    <vt:lpwstr>CONFIDENTIAL</vt:lpwstr>
  </property>
</Properties>
</file>